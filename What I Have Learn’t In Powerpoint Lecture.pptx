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771BC34B-532A-442B-82BE-9E1F137813E6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4BC1E134-7F07-4B65-92B0-A661B19D599A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8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BC34B-532A-442B-82BE-9E1F137813E6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1E134-7F07-4B65-92B0-A661B19D5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113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BC34B-532A-442B-82BE-9E1F137813E6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1E134-7F07-4B65-92B0-A661B19D599A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648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BC34B-532A-442B-82BE-9E1F137813E6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1E134-7F07-4B65-92B0-A661B19D5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170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BC34B-532A-442B-82BE-9E1F137813E6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1E134-7F07-4B65-92B0-A661B19D599A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6258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BC34B-532A-442B-82BE-9E1F137813E6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1E134-7F07-4B65-92B0-A661B19D599A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309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BC34B-532A-442B-82BE-9E1F137813E6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1E134-7F07-4B65-92B0-A661B19D5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129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BC34B-532A-442B-82BE-9E1F137813E6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1E134-7F07-4B65-92B0-A661B19D599A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2341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BC34B-532A-442B-82BE-9E1F137813E6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1E134-7F07-4B65-92B0-A661B19D5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00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BC34B-532A-442B-82BE-9E1F137813E6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1E134-7F07-4B65-92B0-A661B19D5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169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BC34B-532A-442B-82BE-9E1F137813E6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1E134-7F07-4B65-92B0-A661B19D599A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7995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BC34B-532A-442B-82BE-9E1F137813E6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1E134-7F07-4B65-92B0-A661B19D599A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28829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BC34B-532A-442B-82BE-9E1F137813E6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1E134-7F07-4B65-92B0-A661B19D5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954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BC34B-532A-442B-82BE-9E1F137813E6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1E134-7F07-4B65-92B0-A661B19D599A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69379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BC34B-532A-442B-82BE-9E1F137813E6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1E134-7F07-4B65-92B0-A661B19D599A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16912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BC34B-532A-442B-82BE-9E1F137813E6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1E134-7F07-4B65-92B0-A661B19D599A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44575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BC34B-532A-442B-82BE-9E1F137813E6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1E134-7F07-4B65-92B0-A661B19D599A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2747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71BC34B-532A-442B-82BE-9E1F137813E6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BC1E134-7F07-4B65-92B0-A661B19D5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940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Bahnschrift Condensed" panose="020B0502040204020203" pitchFamily="34" charset="0"/>
              </a:rPr>
              <a:t>What I Have </a:t>
            </a:r>
            <a:r>
              <a:rPr lang="en-US" b="1" dirty="0" smtClean="0">
                <a:latin typeface="Bahnschrift Condensed" panose="020B0502040204020203" pitchFamily="34" charset="0"/>
              </a:rPr>
              <a:t>Learned In </a:t>
            </a:r>
            <a:r>
              <a:rPr lang="en-US" b="1" dirty="0" err="1" smtClean="0">
                <a:latin typeface="Bahnschrift Condensed" panose="020B0502040204020203" pitchFamily="34" charset="0"/>
              </a:rPr>
              <a:t>Powerpoint</a:t>
            </a:r>
            <a:r>
              <a:rPr lang="en-US" b="1" dirty="0" smtClean="0">
                <a:latin typeface="Bahnschrift Condensed" panose="020B0502040204020203" pitchFamily="34" charset="0"/>
              </a:rPr>
              <a:t> Lecture</a:t>
            </a:r>
            <a:endParaRPr lang="en-IN" b="1" dirty="0">
              <a:latin typeface="Bahnschrift Condensed" panose="020B05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 err="1" smtClean="0"/>
              <a:t>Bhavana</a:t>
            </a:r>
            <a:r>
              <a:rPr lang="en-US" sz="3600" dirty="0" smtClean="0"/>
              <a:t> </a:t>
            </a:r>
            <a:r>
              <a:rPr lang="en-US" sz="3600" dirty="0" err="1" smtClean="0"/>
              <a:t>sa</a:t>
            </a:r>
            <a:r>
              <a:rPr lang="en-US" sz="3600" dirty="0" smtClean="0"/>
              <a:t> 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142039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Lucida Handwriting" panose="03010101010101010101" pitchFamily="66" charset="0"/>
              </a:rPr>
              <a:t>Why </a:t>
            </a:r>
            <a:r>
              <a:rPr lang="en-US" dirty="0" smtClean="0">
                <a:latin typeface="Lucida Handwriting" panose="03010101010101010101" pitchFamily="66" charset="0"/>
              </a:rPr>
              <a:t>it is important </a:t>
            </a:r>
            <a:endParaRPr lang="en-IN" dirty="0">
              <a:latin typeface="Lucida Handwriting" panose="03010101010101010101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Its being used in the schools, colleges and working field</a:t>
            </a:r>
          </a:p>
          <a:p>
            <a:r>
              <a:rPr lang="en-US" dirty="0" smtClean="0"/>
              <a:t>Its mainly used to share our thoughts as the image or the short </a:t>
            </a:r>
            <a:r>
              <a:rPr lang="en-US" dirty="0" smtClean="0"/>
              <a:t>format </a:t>
            </a:r>
            <a:r>
              <a:rPr lang="en-US" dirty="0" smtClean="0"/>
              <a:t>to the users or the audience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8984" y="3870008"/>
            <a:ext cx="4086795" cy="227679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555350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Lucida Calligraphy" panose="03010101010101010101" pitchFamily="66" charset="0"/>
              </a:rPr>
              <a:t>Basic features of </a:t>
            </a:r>
            <a:r>
              <a:rPr lang="en-US" dirty="0" smtClean="0">
                <a:latin typeface="Lucida Calligraphy" panose="03010101010101010101" pitchFamily="66" charset="0"/>
              </a:rPr>
              <a:t>power point </a:t>
            </a:r>
            <a:endParaRPr lang="en-IN" dirty="0">
              <a:latin typeface="Lucida Calligraphy" panose="03010101010101010101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Slide</a:t>
            </a:r>
          </a:p>
          <a:p>
            <a:pPr lvl="1"/>
            <a:r>
              <a:rPr lang="en-US" dirty="0" smtClean="0"/>
              <a:t>Each page is called a slide</a:t>
            </a:r>
          </a:p>
          <a:p>
            <a:r>
              <a:rPr lang="en-US" dirty="0" smtClean="0"/>
              <a:t>Layouts</a:t>
            </a:r>
          </a:p>
          <a:p>
            <a:pPr lvl="1"/>
            <a:r>
              <a:rPr lang="en-US" dirty="0" smtClean="0"/>
              <a:t>Different arrangements of texts &amp; images</a:t>
            </a:r>
          </a:p>
          <a:p>
            <a:r>
              <a:rPr lang="en-US" dirty="0" smtClean="0"/>
              <a:t>Designs</a:t>
            </a:r>
          </a:p>
          <a:p>
            <a:pPr lvl="1"/>
            <a:r>
              <a:rPr lang="en-US" dirty="0" smtClean="0"/>
              <a:t>Ready made design styles</a:t>
            </a:r>
          </a:p>
          <a:p>
            <a:r>
              <a:rPr lang="en-US" dirty="0" smtClean="0"/>
              <a:t>Text formatting</a:t>
            </a:r>
          </a:p>
          <a:p>
            <a:pPr lvl="1"/>
            <a:r>
              <a:rPr lang="en-US" dirty="0" err="1" smtClean="0"/>
              <a:t>Formate</a:t>
            </a:r>
            <a:r>
              <a:rPr lang="en-US" dirty="0" smtClean="0"/>
              <a:t> slide , Alignment, bullet points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3"/>
            <a:endParaRPr lang="en-IN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340" y="2527478"/>
            <a:ext cx="437883" cy="1010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223" y="4823691"/>
            <a:ext cx="1983347" cy="92556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894" y="3660895"/>
            <a:ext cx="594575" cy="891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952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Lucida Calligraphy" panose="03010101010101010101" pitchFamily="66" charset="0"/>
              </a:rPr>
              <a:t>Design tricks learnt</a:t>
            </a:r>
            <a:endParaRPr lang="en-IN" dirty="0">
              <a:latin typeface="Lucida Calligraphy" panose="03010101010101010101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Slide Master</a:t>
            </a:r>
          </a:p>
          <a:p>
            <a:pPr lvl="1"/>
            <a:r>
              <a:rPr lang="en-US" dirty="0" smtClean="0"/>
              <a:t> changes we did in the first slide will affect the whole slides </a:t>
            </a:r>
          </a:p>
          <a:p>
            <a:r>
              <a:rPr lang="en-US" dirty="0" smtClean="0"/>
              <a:t>Color consistency</a:t>
            </a:r>
          </a:p>
          <a:p>
            <a:pPr lvl="1"/>
            <a:r>
              <a:rPr lang="en-US" dirty="0" smtClean="0"/>
              <a:t>For this we can use </a:t>
            </a:r>
            <a:r>
              <a:rPr lang="en-US" dirty="0" smtClean="0"/>
              <a:t>format </a:t>
            </a:r>
            <a:r>
              <a:rPr lang="en-US" dirty="0" smtClean="0"/>
              <a:t>background tricks</a:t>
            </a:r>
          </a:p>
          <a:p>
            <a:r>
              <a:rPr lang="en-US" dirty="0" smtClean="0"/>
              <a:t>Font pairing</a:t>
            </a:r>
          </a:p>
          <a:p>
            <a:pPr lvl="1"/>
            <a:r>
              <a:rPr lang="en-US" dirty="0" smtClean="0"/>
              <a:t>Font changes</a:t>
            </a:r>
            <a:r>
              <a:rPr lang="en-US" dirty="0" smtClean="0">
                <a:sym typeface="Wingdings" panose="05000000000000000000" pitchFamily="2" charset="2"/>
              </a:rPr>
              <a:t> Arrow below it.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7615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Lucida Calligraphy" panose="03010101010101010101" pitchFamily="66" charset="0"/>
              </a:rPr>
              <a:t>Animation &amp; Transition</a:t>
            </a:r>
            <a:endParaRPr lang="en-IN" dirty="0">
              <a:latin typeface="Lucida Calligraphy" panose="03010101010101010101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 have learnt about “ FADE, FLY IN, AEROPLANE</a:t>
            </a:r>
          </a:p>
          <a:p>
            <a:r>
              <a:rPr lang="en-US" dirty="0" smtClean="0"/>
              <a:t>Time and duration must be proper</a:t>
            </a:r>
          </a:p>
          <a:p>
            <a:pPr marL="0" indent="0">
              <a:buNone/>
            </a:pPr>
            <a:r>
              <a:rPr lang="en-US" sz="3600" b="1" dirty="0" smtClean="0"/>
              <a:t>TRANSITIONS</a:t>
            </a:r>
            <a:r>
              <a:rPr lang="en-US" dirty="0" smtClean="0"/>
              <a:t> </a:t>
            </a:r>
            <a:endParaRPr lang="en-IN" dirty="0" smtClean="0"/>
          </a:p>
          <a:p>
            <a:r>
              <a:rPr lang="en-US" dirty="0" smtClean="0"/>
              <a:t>Its just about the push up , push down, like giving efforts to our edits</a:t>
            </a:r>
          </a:p>
        </p:txBody>
      </p:sp>
    </p:spTree>
    <p:extLst>
      <p:ext uri="{BB962C8B-B14F-4D97-AF65-F5344CB8AC3E}">
        <p14:creationId xmlns:p14="http://schemas.microsoft.com/office/powerpoint/2010/main" val="3865314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Lucida Calligraphy" panose="03010101010101010101" pitchFamily="66" charset="0"/>
              </a:rPr>
              <a:t>Smart art &amp; charts</a:t>
            </a:r>
            <a:endParaRPr lang="en-IN" dirty="0">
              <a:latin typeface="Lucida Calligraphy" panose="03010101010101010101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Smart art is mainly for changing simple </a:t>
            </a:r>
            <a:r>
              <a:rPr lang="en-US" dirty="0" smtClean="0"/>
              <a:t>bullet points </a:t>
            </a:r>
            <a:r>
              <a:rPr lang="en-US" dirty="0" smtClean="0"/>
              <a:t>into different style formats</a:t>
            </a:r>
          </a:p>
          <a:p>
            <a:r>
              <a:rPr lang="en-US" dirty="0" smtClean="0"/>
              <a:t>Insert </a:t>
            </a:r>
            <a:r>
              <a:rPr lang="en-US" dirty="0" smtClean="0">
                <a:sym typeface="Wingdings" panose="05000000000000000000" pitchFamily="2" charset="2"/>
              </a:rPr>
              <a:t> smart art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Charts are used to show any </a:t>
            </a:r>
            <a:r>
              <a:rPr lang="en-US" dirty="0" smtClean="0">
                <a:sym typeface="Wingdings" panose="05000000000000000000" pitchFamily="2" charset="2"/>
              </a:rPr>
              <a:t>statistics </a:t>
            </a:r>
            <a:r>
              <a:rPr lang="en-US" dirty="0" smtClean="0">
                <a:sym typeface="Wingdings" panose="05000000000000000000" pitchFamily="2" charset="2"/>
              </a:rPr>
              <a:t>or any surveys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Insert  charts or  chart icon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160" y="3660816"/>
            <a:ext cx="1867437" cy="2310232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552517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Lucida Calligraphy" panose="03010101010101010101" pitchFamily="66" charset="0"/>
              </a:rPr>
              <a:t>Takeaways</a:t>
            </a:r>
            <a:endParaRPr lang="en-IN" dirty="0">
              <a:latin typeface="Lucida Calligraphy" panose="03010101010101010101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simple and </a:t>
            </a:r>
            <a:r>
              <a:rPr lang="en-US" dirty="0" smtClean="0"/>
              <a:t>elegant </a:t>
            </a:r>
            <a:r>
              <a:rPr lang="en-US" dirty="0" smtClean="0"/>
              <a:t>designs</a:t>
            </a:r>
          </a:p>
          <a:p>
            <a:r>
              <a:rPr lang="en-US" dirty="0" smtClean="0"/>
              <a:t>Use images to grab the attention from user</a:t>
            </a:r>
          </a:p>
          <a:p>
            <a:r>
              <a:rPr lang="en-US" dirty="0" smtClean="0"/>
              <a:t>Use  animations to increase curiosity</a:t>
            </a:r>
          </a:p>
          <a:p>
            <a:r>
              <a:rPr lang="en-US" dirty="0" smtClean="0"/>
              <a:t>Less texts more works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7465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6614" y="2463202"/>
            <a:ext cx="9601196" cy="1303867"/>
          </a:xfrm>
        </p:spPr>
        <p:txBody>
          <a:bodyPr/>
          <a:lstStyle/>
          <a:p>
            <a:r>
              <a:rPr lang="en-US" dirty="0" smtClean="0">
                <a:latin typeface="Lucida Calligraphy" panose="03010101010101010101" pitchFamily="66" charset="0"/>
              </a:rPr>
              <a:t>Thank you</a:t>
            </a:r>
            <a:endParaRPr lang="en-IN" dirty="0">
              <a:latin typeface="Lucida Calligraphy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727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90</TotalTime>
  <Words>213</Words>
  <Application>Microsoft Office PowerPoint</Application>
  <PresentationFormat>Widescreen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Bahnschrift Condensed</vt:lpstr>
      <vt:lpstr>Garamond</vt:lpstr>
      <vt:lpstr>Lucida Calligraphy</vt:lpstr>
      <vt:lpstr>Lucida Handwriting</vt:lpstr>
      <vt:lpstr>Wingdings</vt:lpstr>
      <vt:lpstr>Organic</vt:lpstr>
      <vt:lpstr>What I Have Learned In Powerpoint Lecture</vt:lpstr>
      <vt:lpstr>Why it is important </vt:lpstr>
      <vt:lpstr>Basic features of power point </vt:lpstr>
      <vt:lpstr>Design tricks learnt</vt:lpstr>
      <vt:lpstr>Animation &amp; Transition</vt:lpstr>
      <vt:lpstr>Smart art &amp; charts</vt:lpstr>
      <vt:lpstr>Takeaways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 Have Learn’t In Powerpoint Lecture</dc:title>
  <dc:creator>HP</dc:creator>
  <cp:lastModifiedBy>HP</cp:lastModifiedBy>
  <cp:revision>10</cp:revision>
  <dcterms:created xsi:type="dcterms:W3CDTF">2026-02-15T14:51:46Z</dcterms:created>
  <dcterms:modified xsi:type="dcterms:W3CDTF">2026-02-16T00:35:36Z</dcterms:modified>
</cp:coreProperties>
</file>